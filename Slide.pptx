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3F9A-6CA9-AD21-FA30-C891D68D6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133599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3092B8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91F38-394B-51C8-9C7B-C45EC5584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35FB94-7F64-DE32-D927-97AE937B12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3837" y="6110798"/>
            <a:ext cx="1080654" cy="536287"/>
          </a:xfrm>
          <a:prstGeom prst="rect">
            <a:avLst/>
          </a:prstGeom>
        </p:spPr>
      </p:pic>
      <p:pic>
        <p:nvPicPr>
          <p:cNvPr id="8" name="Picture 7" descr="A red and white logo&#10;&#10;Description automatically generated">
            <a:extLst>
              <a:ext uri="{FF2B5EF4-FFF2-40B4-BE49-F238E27FC236}">
                <a16:creationId xmlns:a16="http://schemas.microsoft.com/office/drawing/2014/main" id="{B5A015C2-9CB3-F0C7-859F-44E669C34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011" y="6134467"/>
            <a:ext cx="325583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8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BB8B-C016-3F23-DB06-7A393B65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03"/>
            <a:ext cx="10975258" cy="934262"/>
          </a:xfrm>
        </p:spPr>
        <p:txBody>
          <a:bodyPr/>
          <a:lstStyle>
            <a:lvl1pPr>
              <a:defRPr>
                <a:solidFill>
                  <a:srgbClr val="3092B8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B31B2-E9C3-8568-4F6A-32BB583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4398"/>
            <a:ext cx="10975257" cy="4948158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6FBC1-8D1E-3075-0285-D03522E7E571}"/>
              </a:ext>
            </a:extLst>
          </p:cNvPr>
          <p:cNvSpPr/>
          <p:nvPr/>
        </p:nvSpPr>
        <p:spPr>
          <a:xfrm>
            <a:off x="660900" y="6175863"/>
            <a:ext cx="11397750" cy="436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FB7B61C-DBE1-DA92-E7EB-5B0B6AB492F4}"/>
              </a:ext>
            </a:extLst>
          </p:cNvPr>
          <p:cNvSpPr/>
          <p:nvPr/>
        </p:nvSpPr>
        <p:spPr>
          <a:xfrm>
            <a:off x="1868544" y="6413051"/>
            <a:ext cx="9078856" cy="45719"/>
          </a:xfrm>
          <a:prstGeom prst="parallelogram">
            <a:avLst>
              <a:gd name="adj" fmla="val 91205"/>
            </a:avLst>
          </a:prstGeom>
          <a:gradFill flip="none" rotWithShape="1">
            <a:gsLst>
              <a:gs pos="0">
                <a:srgbClr val="4AA1B3"/>
              </a:gs>
              <a:gs pos="23000">
                <a:srgbClr val="A6E1E1"/>
              </a:gs>
              <a:gs pos="100000">
                <a:srgbClr val="D4F0F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1BD782-4569-D277-320E-ADF162B4D8D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395" y="6125769"/>
            <a:ext cx="1080654" cy="536287"/>
          </a:xfrm>
          <a:prstGeom prst="rect">
            <a:avLst/>
          </a:prstGeom>
        </p:spPr>
      </p:pic>
      <p:pic>
        <p:nvPicPr>
          <p:cNvPr id="14" name="Picture 13" descr="A red and white logo&#10;&#10;Description automatically generated">
            <a:extLst>
              <a:ext uri="{FF2B5EF4-FFF2-40B4-BE49-F238E27FC236}">
                <a16:creationId xmlns:a16="http://schemas.microsoft.com/office/drawing/2014/main" id="{80E86377-08DE-EAFD-6EFF-03AB2EFC6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7" y="6110799"/>
            <a:ext cx="325583" cy="48895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CC5A486-3FF4-547C-EE2D-0CFB2E77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481D0D5-A0FD-3A95-BAF2-60937DDF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18854" y="6462912"/>
            <a:ext cx="9028546" cy="395087"/>
          </a:xfrm>
        </p:spPr>
        <p:txBody>
          <a:bodyPr/>
          <a:lstStyle/>
          <a:p>
            <a:endParaRPr lang="en-V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89D650E-FEF4-3B40-4F04-95F6AA14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D2D7-22DD-5E45-B030-2B8EE61181B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9391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A71530-0A64-AC45-EBA4-03EBE996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598A9-1928-95E6-DB21-6320E3086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DACE-C789-365A-12F1-17202B46D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3A4AF-51A5-5829-22A6-D264D066C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7395-1BAB-F99F-65D9-4BB8F2B6E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7D2D7-22DD-5E45-B030-2B8EE61181B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873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B203-BD42-1669-9DBD-A1FFF8FA8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Improve Predictive Model Calibration for</a:t>
            </a:r>
            <a:br>
              <a:rPr lang="en-US"/>
            </a:br>
            <a:r>
              <a:rPr lang="en-US"/>
              <a:t>Safety-Critical Domains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8C03F-5324-9A11-2BC7-3B45B2AC4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Group 9</a:t>
            </a:r>
          </a:p>
        </p:txBody>
      </p:sp>
    </p:spTree>
    <p:extLst>
      <p:ext uri="{BB962C8B-B14F-4D97-AF65-F5344CB8AC3E}">
        <p14:creationId xmlns:p14="http://schemas.microsoft.com/office/powerpoint/2010/main" val="135563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0E74-6481-022A-DE58-EBD626F2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5EB64-B9C7-0275-3976-7697C652F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Modern neural networks have achieved numerous successes in prediction tasks</a:t>
            </a:r>
          </a:p>
          <a:p>
            <a:r>
              <a:rPr lang="en-US"/>
              <a:t>Extend the usage of neural network into safety-critical domains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274CF-BEC3-ED69-03F0-BF39E392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C053D-7667-BC57-4798-9CED6549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D2D7-22DD-5E45-B030-2B8EE61181B7}" type="slidenum">
              <a:rPr lang="en-VN" smtClean="0"/>
              <a:t>2</a:t>
            </a:fld>
            <a:endParaRPr lang="en-V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757594-5048-8EC6-BBE1-87736F4A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477" y="2914599"/>
            <a:ext cx="6345046" cy="344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91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2434-9C2E-1947-4A02-4A81421D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46E21-B062-479F-A228-C37B30CA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Deep neural networks tend to be overconfident</a:t>
            </a:r>
          </a:p>
          <a:p>
            <a:r>
              <a:rPr lang="en-US"/>
              <a:t>Safety domains required not just raw accuracy, but predictive reliability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1FC4C-9CB6-EE1F-1100-3ADA1928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92AA9-7098-E1B9-335D-2E95A7B3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D2D7-22DD-5E45-B030-2B8EE61181B7}" type="slidenum">
              <a:rPr lang="en-VN" smtClean="0"/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187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786F-8EBE-D150-FB1F-74437E2B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43CA-5363-363D-9D98-60430C2AF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8D4E9-267A-0C08-3443-93BA17CC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33DFE-7F8B-0CAE-2261-0F069815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D2D7-22DD-5E45-B030-2B8EE61181B7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7407443"/>
      </p:ext>
    </p:extLst>
  </p:cSld>
  <p:clrMapOvr>
    <a:masterClrMapping/>
  </p:clrMapOvr>
</p:sld>
</file>

<file path=ppt/theme/theme1.xml><?xml version="1.0" encoding="utf-8"?>
<a:theme xmlns:a="http://schemas.openxmlformats.org/drawingml/2006/main" name="AI4LIF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4LIFE" id="{781A1B7D-9D59-43C2-BEC5-2816CB53C702}" vid="{964A766E-2489-40AB-8D9F-197A5C8D5F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AI4LIFE</Template>
  <TotalTime>497</TotalTime>
  <Words>52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AI4LIFE</vt:lpstr>
      <vt:lpstr>Improve Predictive Model Calibration for Safety-Critical Domains</vt:lpstr>
      <vt:lpstr>Introduction</vt:lpstr>
      <vt:lpstr>Motivations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 Lê Văn</dc:creator>
  <cp:lastModifiedBy>Tuấn Anh Lê Văn</cp:lastModifiedBy>
  <cp:revision>2</cp:revision>
  <dcterms:created xsi:type="dcterms:W3CDTF">2026-01-03T10:05:51Z</dcterms:created>
  <dcterms:modified xsi:type="dcterms:W3CDTF">2026-01-03T18:24:23Z</dcterms:modified>
</cp:coreProperties>
</file>